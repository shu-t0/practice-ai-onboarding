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2743200"/>
            <a:ext cx="2743200" cy="2743200"/>
          </a:xfrm>
          <a:prstGeom prst="ellipse">
            <a:avLst/>
          </a:prstGeom>
          <a:solidFill>
            <a:srgbClr val="3B82F6">
              <a:alpha val="7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82296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AI駆動型</a:t>
            </a:r>
            <a:endParaRPr lang="en-US" sz="4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モバイル開発研修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82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3週間でゼロからアプリ開発者へ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3474720"/>
            <a:ext cx="2743200" cy="2743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657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対象: 営業・ビジネス職（5名）  |  期間: 3週間  |  形式: 対面集中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この研修の約束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47777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182880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234440"/>
            <a:ext cx="18288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1348740" y="146304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134874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011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コードは書かない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256032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AIがコードを書きます。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皆さんは「何を作りたいか」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を考えるだけ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51760" y="1234440"/>
            <a:ext cx="182880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51760" y="1234440"/>
            <a:ext cx="18288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Shape 11"/>
          <p:cNvSpPr/>
          <p:nvPr/>
        </p:nvSpPr>
        <p:spPr>
          <a:xfrm>
            <a:off x="3360420" y="146304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336042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788920" y="2011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3週間で配布まで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788920" y="256032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実際にApp Storeに並ぶ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アプリを自分の手で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作り上げます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1234440"/>
            <a:ext cx="182880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234440"/>
            <a:ext cx="18288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Shape 17"/>
          <p:cNvSpPr/>
          <p:nvPr/>
        </p:nvSpPr>
        <p:spPr>
          <a:xfrm>
            <a:off x="5372100" y="1463040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53721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00600" y="2011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エラー＝学び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00600" y="256032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エラーは失敗ではなく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「AIとの会話のきっかけ」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です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75120" y="1234440"/>
            <a:ext cx="182880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675120" y="1234440"/>
            <a:ext cx="18288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Shape 23"/>
          <p:cNvSpPr/>
          <p:nvPr/>
        </p:nvSpPr>
        <p:spPr>
          <a:xfrm>
            <a:off x="7383780" y="146304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738378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12280" y="2011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全員完走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812280" y="256032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ペアワーク＋講師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サポートで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誰も置いていきません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研修のゴール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47777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24688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097280"/>
            <a:ext cx="24688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152144"/>
            <a:ext cx="2468880" cy="777240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234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動くアプリ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214884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実際のビジネス課題を解決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TestFlightで実機配布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5名以上のユーザーテスト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097280"/>
            <a:ext cx="24688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097280"/>
            <a:ext cx="24688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Shape 10"/>
          <p:cNvSpPr/>
          <p:nvPr/>
        </p:nvSpPr>
        <p:spPr>
          <a:xfrm>
            <a:off x="3337560" y="1152144"/>
            <a:ext cx="2468880" cy="777240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1234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技術ポートフォリオ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74720" y="214884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GitHubリポジトリ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要件定義〜最終報告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開発プロセスの記録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097280"/>
            <a:ext cx="24688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097280"/>
            <a:ext cx="24688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Shape 15"/>
          <p:cNvSpPr/>
          <p:nvPr/>
        </p:nvSpPr>
        <p:spPr>
          <a:xfrm>
            <a:off x="6035040" y="1152144"/>
            <a:ext cx="2468880" cy="777240"/>
          </a:xfrm>
          <a:prstGeom prst="rect">
            <a:avLst/>
          </a:prstGeom>
          <a:solidFill>
            <a:srgbClr val="F59E0B">
              <a:alpha val="1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1234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自走力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172200" y="214884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AIツールを使いこなす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自律的な問題解決能力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次のアプリを一人で作れる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3週間のタイムライン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47777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14400" y="2331720"/>
            <a:ext cx="731520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1147572" y="2148840"/>
            <a:ext cx="402336" cy="402336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7" name="Text 5"/>
          <p:cNvSpPr/>
          <p:nvPr/>
        </p:nvSpPr>
        <p:spPr>
          <a:xfrm>
            <a:off x="2171700" y="21945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25780" y="1325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Week 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25780" y="1645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事前準備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25780" y="288036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環境構築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アカウント設定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Mac検証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6412" y="2148840"/>
            <a:ext cx="402336" cy="40233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4320540" y="21945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674620" y="1325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Week 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74620" y="1645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基礎習得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74620" y="288036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AI基礎・UI・DB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認証・Git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TestFlight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45252" y="2148840"/>
            <a:ext cx="402336" cy="40233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469380" y="21945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23460" y="1325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Week 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23460" y="1645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個人開発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23460" y="288036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要件定義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プロトタイプ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594092" y="2148840"/>
            <a:ext cx="402336" cy="40233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972300" y="1325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Week 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72300" y="1645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仕上げ・発表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72300" y="288036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フィードバック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改善・配布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最終プレゼン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Week 1: 基礎習得（Day 1-5）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47777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80467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657600"/>
                <a:gridCol w="38404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Day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テーマ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作るもの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82F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AI基礎 + ツール体験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Hello Worldアプリ + ボタンアプリ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82F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Cursor + Expo入門（UI・state）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カウンターアプリ + ToDoアプリ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82F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Supabase（DB読み書き）+ デバッグ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CRUD操作アプリ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82F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Supabase Auth（認証）+ Router移行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ログイン付きメモアプリ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82F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Git + セキュリティ + TestFlight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GitHubにpush + TestFlight配布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0233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毎日「座学15分 → 即実践」のサイクルで進行。エラーが出たら AI → ペア → 講師 の順で解決。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個人プロジェクト（Week 2-3）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47777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005840" y="1143000"/>
            <a:ext cx="1280160" cy="5486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1430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アイデア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0" y="114300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468880" y="1143000"/>
            <a:ext cx="1280160" cy="5486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9" name="Text 7"/>
          <p:cNvSpPr/>
          <p:nvPr/>
        </p:nvSpPr>
        <p:spPr>
          <a:xfrm>
            <a:off x="2468880" y="11430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要件定義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49040" y="114300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931920" y="1143000"/>
            <a:ext cx="1280160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3931920" y="11430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12080" y="114300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394960" y="1143000"/>
            <a:ext cx="1280160" cy="5486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5" name="Text 13"/>
          <p:cNvSpPr/>
          <p:nvPr/>
        </p:nvSpPr>
        <p:spPr>
          <a:xfrm>
            <a:off x="5394960" y="11430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配布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75120" y="114300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0" y="1143000"/>
            <a:ext cx="1280160" cy="5486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11430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発表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2011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推奨プロジェクトテーマ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2514600"/>
            <a:ext cx="3931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2514600"/>
            <a:ext cx="54864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251460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営業日報・顧客管理アプリ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3108960"/>
            <a:ext cx="3931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3108960"/>
            <a:ext cx="54864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10896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社内備品・在庫管理アプリ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3703320"/>
            <a:ext cx="3931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" y="3703320"/>
            <a:ext cx="54864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370332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チームタスク管理アプリ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63440" y="2514600"/>
            <a:ext cx="3931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2514600"/>
            <a:ext cx="54864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251460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イベント出欠管理アプリ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663440" y="3108960"/>
            <a:ext cx="3931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3108960"/>
            <a:ext cx="54864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310896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社内FAQ・ナレッジベース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663440" y="3703320"/>
            <a:ext cx="3931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3703320"/>
            <a:ext cx="54864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370332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経費申請・承認フローアプリ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スコープ制限: 画面3つ以内 ・ テーブル2つ以内 ・ MVP最優先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使用ツール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47777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18288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1207008"/>
            <a:ext cx="365760" cy="365760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207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6276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Cursor Pro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901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AI支援コーディング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1488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~3,000円/月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51760" y="1097280"/>
            <a:ext cx="18288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207008"/>
            <a:ext cx="365760" cy="365760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207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0" y="16276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 Pro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43200" y="1901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壁打ち・文書生成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0" y="21488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~3,000円/月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097280"/>
            <a:ext cx="18288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94960" y="1207008"/>
            <a:ext cx="365760" cy="365760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394960" y="1207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0" y="16276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v0 Premium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1901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 UI生成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21488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~3,000円/月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75120" y="1097280"/>
            <a:ext cx="18288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06640" y="1207008"/>
            <a:ext cx="365760" cy="365760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7406640" y="1207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66560" y="16276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Expo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66560" y="1901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モバイルアプリ基盤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66560" y="21488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無料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2697480"/>
            <a:ext cx="18288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371600" y="2807208"/>
            <a:ext cx="365760" cy="365760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371600" y="2807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31520" y="32278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Supabase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31520" y="35021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DB・認証バックエンド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1520" y="37490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無料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651760" y="2697480"/>
            <a:ext cx="18288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383280" y="2807208"/>
            <a:ext cx="365760" cy="365760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3383280" y="2807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2743200" y="32278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GitHub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2743200" y="35021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バージョン管理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743200" y="37490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無料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63440" y="2697480"/>
            <a:ext cx="18288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394960" y="2807208"/>
            <a:ext cx="365760" cy="365760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5394960" y="2807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X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754880" y="32278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Xcode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754880" y="35021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iOSビルド環境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754880" y="37490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無料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675120" y="2697480"/>
            <a:ext cx="18288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7406640" y="2807208"/>
            <a:ext cx="365760" cy="365760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7406640" y="2807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766560" y="32278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TestFlight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766560" y="35021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アプリ配布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766560" y="37490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無料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月額合計: 約10,000円/人（有料ツール3つ）+ 会社負担のEAS/Apple Developer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学習の3原則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47777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24688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097280"/>
            <a:ext cx="54864" cy="3291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37160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1371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 → ペア → 講師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1965960"/>
            <a:ext cx="210312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19456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詰まったらまずAIに質問。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次に隣の人と相談（5分）。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それでもダメなら講師を呼ぶ。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37560" y="1097280"/>
            <a:ext cx="24688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1097280"/>
            <a:ext cx="54864" cy="32918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Shape 12"/>
          <p:cNvSpPr/>
          <p:nvPr/>
        </p:nvSpPr>
        <p:spPr>
          <a:xfrm>
            <a:off x="3566160" y="137160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114800" y="1371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座学は15分以内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520440" y="1965960"/>
            <a:ext cx="210312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3520440" y="219456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長時間の座学は行いません。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「座学→即実践」のサイクルで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手を動かしながら学びます。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35040" y="1097280"/>
            <a:ext cx="24688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1097280"/>
            <a:ext cx="54864" cy="3291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Shape 19"/>
          <p:cNvSpPr/>
          <p:nvPr/>
        </p:nvSpPr>
        <p:spPr>
          <a:xfrm>
            <a:off x="6263640" y="1371600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12280" y="1371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AIに指示を出す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217920" y="1965960"/>
            <a:ext cx="210312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219456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プログラミング言語を覚える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必要はありません。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「何を作りたいか」に集中。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1日のリズム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47777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73152" cy="3383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9:00 - 9:15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468880" y="1051560"/>
            <a:ext cx="6035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朝会・前日の復習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426464"/>
            <a:ext cx="73152" cy="3383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426464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9:15 - 9:30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68880" y="1426464"/>
            <a:ext cx="6035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ミニ座学（15分厳守）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1801368"/>
            <a:ext cx="73152" cy="3383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80136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9:30 - 11:00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68880" y="1801368"/>
            <a:ext cx="6035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午前の実践セッション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176272"/>
            <a:ext cx="73152" cy="33832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176272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11:00 - 11:15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68880" y="2176272"/>
            <a:ext cx="6035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休憩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2551176"/>
            <a:ext cx="73152" cy="3383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551176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11:15 - 12:00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468880" y="2551176"/>
            <a:ext cx="6035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午前の実践セッション（続き）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2926080"/>
            <a:ext cx="73152" cy="33832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2926080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12:00 - 13:00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468880" y="2926080"/>
            <a:ext cx="6035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昼休み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3300984"/>
            <a:ext cx="73152" cy="3383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300984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13:00 - 13:15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468880" y="3300984"/>
            <a:ext cx="6035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ミニ座学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3675888"/>
            <a:ext cx="73152" cy="3383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367588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13:15 - 15:00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468880" y="3675888"/>
            <a:ext cx="6035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午後の実践セッション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4050792"/>
            <a:ext cx="73152" cy="3383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050792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15:00 - 15:45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468880" y="4050792"/>
            <a:ext cx="6035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チャレンジ課題（個人作業）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4425696"/>
            <a:ext cx="73152" cy="3383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4425696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15:45 - 16:00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468880" y="4425696"/>
            <a:ext cx="6035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成果発表 + 振り返り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4709160"/>
            <a:ext cx="182880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6" name="Text 34"/>
          <p:cNvSpPr/>
          <p:nvPr/>
        </p:nvSpPr>
        <p:spPr>
          <a:xfrm>
            <a:off x="777240" y="47091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417320" y="4709160"/>
            <a:ext cx="182880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1645920" y="47091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座学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286000" y="4709160"/>
            <a:ext cx="182880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2514600" y="47091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実践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154680" y="4709160"/>
            <a:ext cx="182880" cy="1828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2" name="Text 40"/>
          <p:cNvSpPr/>
          <p:nvPr/>
        </p:nvSpPr>
        <p:spPr>
          <a:xfrm>
            <a:off x="3383280" y="47091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休憩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023360" y="4709160"/>
            <a:ext cx="182880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4" name="Text 42"/>
          <p:cNvSpPr/>
          <p:nvPr/>
        </p:nvSpPr>
        <p:spPr>
          <a:xfrm>
            <a:off x="4251960" y="47091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成果物と評価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47777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最終成果物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個人プロジェクトアプリ（TestFlight配布済み）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GitHubリポジトリ（コード一式）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要件定義書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テストフィードバックレポート（5件以上）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最終プレゼンテーション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評価の3軸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3840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463040"/>
            <a:ext cx="54864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実技テスト（60%）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8470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お題アプリを60分で作成（AI利用自由）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2377440"/>
            <a:ext cx="3840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2377440"/>
            <a:ext cx="54864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2423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プロセス評価（25%）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7614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プロンプト履歴の質・問題解決アプローチ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3291840"/>
            <a:ext cx="3840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291840"/>
            <a:ext cx="54864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3337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自己・相互評価（15%）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36758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自己評価シート + 受講者間フィードバック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ペーパーテストは行いません。「動くものを作れるか」が全てです。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研修後サポート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47777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463040" y="1161288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1581912" y="1453896"/>
            <a:ext cx="36576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6984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毎週金曜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65960" y="10332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もくもく会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965960" y="13533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30分の自主制作+質問タイム。自由参加。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463040" y="1911096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Shape 9"/>
          <p:cNvSpPr/>
          <p:nvPr/>
        </p:nvSpPr>
        <p:spPr>
          <a:xfrm>
            <a:off x="1581912" y="2203704"/>
            <a:ext cx="36576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819656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2週間後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65960" y="1783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業務改善アプリ企画発表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965960" y="21031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自分の業務改善アイデアをアプリ企画にまとめて発表。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463040" y="2660904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Shape 14"/>
          <p:cNvSpPr/>
          <p:nvPr/>
        </p:nvSpPr>
        <p:spPr>
          <a:xfrm>
            <a:off x="1581912" y="2953512"/>
            <a:ext cx="36576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569464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1ヶ月後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65960" y="25328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個別1on1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965960" y="28529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つまずき・不安のヒアリング。フォロー計画の再策定。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463040" y="3410712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Shape 19"/>
          <p:cNvSpPr/>
          <p:nvPr/>
        </p:nvSpPr>
        <p:spPr>
          <a:xfrm>
            <a:off x="1581912" y="3703320"/>
            <a:ext cx="36576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319272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2ヶ月後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965960" y="32826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ミニハッカソン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965960" y="360273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2-3人チームで半日のアプリ制作チャレンジ。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463040" y="4160520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06908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3ヶ月後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965960" y="403250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成果発表会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965960" y="435254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経営層向けに研修後の成果・成長を発表。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事前準備（必須）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47777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作成するアカウント（5つ）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GitHub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834640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github.com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947672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9476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19476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Supabase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34640" y="19476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supabase.com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478024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4780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51560" y="247802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Expo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834640" y="247802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expo.dev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008376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0083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51560" y="300837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 Pro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834640" y="300837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claude.ai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538728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5387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51560" y="35387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Apple ID確認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834640" y="35387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2FA有効化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1005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Mac要件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846320" y="1417320"/>
            <a:ext cx="374904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46320" y="1417320"/>
            <a:ext cx="54864" cy="2743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5074920" y="1600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macOS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92240" y="1600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Sonoma 14.x 以上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74920" y="2057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92240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16GB 以上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74920" y="2514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空き容量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92240" y="2514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50GB 以上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74920" y="2971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管理者権限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92240" y="2971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必須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74920" y="3429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Apple ID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92240" y="3429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2FA有効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48640" y="4389120"/>
            <a:ext cx="8046720" cy="457200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4389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初日の学習時間を環境構築で消費しないため、Week 0で完璧な環境を用意してください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よくある質問（FAQ）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47777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32004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00584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プログラミング経験がなくても大丈夫？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353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1353312"/>
            <a:ext cx="7360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はい。AIがコードを書くので、経験は不要です。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783080"/>
            <a:ext cx="32004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178308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コードの意味が分からないときは？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130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34440" y="2130552"/>
            <a:ext cx="7360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最初は分からなくてOK。作り続けるうちに自然と分かります。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560320"/>
            <a:ext cx="32004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256032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エラーが出たらどうする？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907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34440" y="2907792"/>
            <a:ext cx="7360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エラーをコピー→AIに貼り付け→「解決して」と指示。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337560"/>
            <a:ext cx="32004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333756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研修後もサポートはある？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685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34440" y="3685032"/>
            <a:ext cx="7360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毎週のもくもく会、1on1、Slackでの継続サポートあり。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114800"/>
            <a:ext cx="32004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411480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作ったアプリは実際に使える？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4462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34440" y="4462272"/>
            <a:ext cx="7360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はい。TestFlightで配布し、実際のユーザーテストまで行います。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初日の持ち物・集合案内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47777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持ち物チェックリスト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256032" cy="256032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4630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Mac（充電器も忘れずに）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256032" cy="256032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9659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Apple ID・パスワード（2FA用端末も）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514600"/>
            <a:ext cx="256032" cy="256032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4688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各アカウントのログイン情報メモ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256032" cy="256032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29718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筆記用具・ノート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256032" cy="256032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34747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イヤホン（動画視聴用）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0" y="1005840"/>
            <a:ext cx="35661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0" y="1005840"/>
            <a:ext cx="35661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0" y="1234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集合時刻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12080" y="1508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9:00（8:45入室可能）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21208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終了: 16:00予定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0" y="3017520"/>
            <a:ext cx="35661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0" y="3017520"/>
            <a:ext cx="35661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5212080" y="3246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場所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12080" y="3520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（会場名を記入）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2743200"/>
            <a:ext cx="2743200" cy="2743200"/>
          </a:xfrm>
          <a:prstGeom prst="ellipse">
            <a:avLst/>
          </a:prstGeom>
          <a:solidFill>
            <a:srgbClr val="3B82F6">
              <a:alpha val="7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Day 1 でお会いしましょう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まずはAIを体感することから始めましょう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834640"/>
            <a:ext cx="2286000" cy="2743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0175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Slack:  #ai-builders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質問・相談はお気軽に Slack まで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0" y="47777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AI駆動型モバイル開発研修</dc:title>
  <dc:subject>PptxGenJS Presentation</dc:subject>
  <dc:creator>AI Onboarding Program</dc:creator>
  <cp:lastModifiedBy>AI Onboarding Program</cp:lastModifiedBy>
  <cp:revision>1</cp:revision>
  <dcterms:created xsi:type="dcterms:W3CDTF">2026-02-12T05:43:52Z</dcterms:created>
  <dcterms:modified xsi:type="dcterms:W3CDTF">2026-02-12T05:43:52Z</dcterms:modified>
</cp:coreProperties>
</file>